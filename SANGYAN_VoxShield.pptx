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E6EDF3"/>
                </a:solidFill>
              </a:rPr>
              <a:t>VoxShield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2D3EE"/>
                </a:solidFill>
              </a:rPr>
              <a:t>Voice Scam Shield for India's Investors — detect AI-cloned voices before money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500">
                <a:solidFill>
                  <a:srgbClr val="94A3B8"/>
                </a:solidFill>
              </a:rPr>
              <a:t>Track A · Digital Fraud &amp; Scam Resilience</a:t>
            </a:r>
          </a:p>
          <a:p>
            <a:r>
              <a:rPr sz="1500">
                <a:solidFill>
                  <a:srgbClr val="94A3B8"/>
                </a:solidFill>
              </a:rPr>
              <a:t>23 Indic languages · narrowband telephony · on-prem · no advice, ever</a:t>
            </a:r>
          </a:p>
          <a:p>
            <a:r>
              <a:rPr sz="1500">
                <a:solidFill>
                  <a:srgbClr val="94A3B8"/>
                </a:solidFill>
              </a:rPr>
              <a:t>Team: Devansh Goenka et al.  ·  SANGYAN Investor Resilience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D3EE"/>
                </a:solidFill>
              </a:rPr>
              <a:t>TRACK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6EDF3"/>
                </a:solidFill>
              </a:rPr>
              <a:t>The problem: voice is the new attack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16+ crore Demat accounts; 70%+ of new retail accounts from Tier-2/3 cities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Attackers use AI voice cloning / TTS to impersonate brokers, SEBI, family &amp; 'finfluencers'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Victims realise only after withdrawals are blocked — the money is already gone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No accessible tool detects synthetic speech in Indic languages over phone-quality audio</a:t>
            </a:r>
          </a:p>
          <a:p>
            <a:pPr lvl="1">
              <a:spcAft>
                <a:spcPts val="1000"/>
              </a:spcAft>
            </a:pPr>
            <a:r>
              <a:rPr sz="1600">
                <a:solidFill>
                  <a:srgbClr val="94A3B8"/>
                </a:solidFill>
              </a:rPr>
              <a:t>– deepfake “finfluencers” are named explicitly in the challenge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6EDF3"/>
                </a:solidFill>
              </a:rPr>
              <a:t>Who we build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A first-time investor in a Tier-2/3 city, more comfortable in a regional language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Receives an urgent call/voice-note: “SEBI se hoon, turant paise bhejo / share OTP”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Journey: hears clip → forwards to VoxShield → gets verdict + transcript + language → “pause &amp; verify” via official channels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Goal: recognise risk BEFORE a transfer — not after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6EDF3"/>
                </a:solidFill>
              </a:rPr>
              <a:t>Solution: hear the human behind the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Input: a suspicious call recording or voice note (any Indic language)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Output: HUMAN / SYNTHETIC / ABSTAIN + transcript + detected language + reason codes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Plain-language warning + “Pause &amp; Verify” action (SCORES / official broker / family)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Works on narrowband phone audio (G.711 µ/A-law, replay, packet-loss)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Runs on-prem for privacy; never gives stock tips or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6EDF3"/>
                </a:solidFill>
              </a:rPr>
              <a:t>Demo: one call, end to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1  A genuine Hindi call → verdict HUMAN (language hi, transcript shown)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2  A Bhashini-TTS scam call → verdict SYNTHETIC with reason codes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3  Same clip through G.711 + replay → still flagged (behind the codec)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4  Evidence disagrees → explicit ABSTAIN (honest uncertainty)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5  Switch language (Tamil/Bengali) → works; on-prem, no cloud egress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6EDF3"/>
                </a:solidFill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Universal Input Profiler (codec/bandwidth/SNR) → adapter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Fast L0 gate → SSL detector (XLS-R + RawBoost) + codec-aware branch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Evidence brains: physics · replay · environment · cross-codec · speaker · semantic↔prosody (ASR)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Evidence arbitration → accept / ABSTAIN → VoxScore + novelty → verdict + reason codes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Services: REST/WS API · console · IVR/SDK-ready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6EDF3"/>
                </a:solidFill>
              </a:rP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Detector: fine-tuned XLS-R-300M + RawBoost, telephony augmentation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Indic layer: Bhashini (ALD/ASR/TTS) + AIKosh corpora/models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Speaker: ECAPA-TDNN verification + NeMo Sortformer diarization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Robustness: PGD adversarial training + distilled edge student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Benchmark: 12+ language Indic telephony; unseen-generator generalization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D3EE"/>
                </a:solidFill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6EDF3"/>
                </a:solidFill>
              </a:rPr>
              <a:t>Results (evaluated on Indic telephony)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Seen clean EER: 0.1–2%  (e.g., Odia clean 0.21%)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G.711 µ/A-law EER: 0.4–6%  (Odia G.711 0.40%)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English-trained SOTA zero-shot on Indic: 33–93% EER — we cut it to single digits by fine-tuning on Indic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Unseen-generator EER: 5–20% (external unseen generator) — the real generalization gap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Abstention cuts genuine-caller false alarms 30–60% at 90% coverage; Cllr 0.3–1.0 bits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D3E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6EDF3"/>
                </a:solidFill>
              </a:rPr>
              <a:t>Bharat-first, privacy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23 Indic languages; voice-first; low-bandwidth telephony; low-end edge model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Privacy-by-design: on-prem / on-device inference; no SMS/OTP/PII harvesting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No stock tips, no buy/sell/hold, no price prediction, no broker promotion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Honest uncertainty: explicit ABSTAIN + confidence, never a false binary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Public-good: investor-protection infrastructure, not a growth product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D3EE"/>
                </a:solidFill>
              </a:rPr>
              <a:t>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6EDF3"/>
                </a:solidFill>
              </a:rPr>
              <a:t>Impact, scalability &amp;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Detects fraud before money moves; deployable by banks, brokers, SEBI/helplines, IVR, SDK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Scales across languages, cheap phones and Tier-2/3 users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Third-party components (disclosed): Bhashini APIs, AIKosh datasets/models, HuggingFace/NVIDIA models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Licence note: IndicSynth is CC-BY-NC (research/benchmark use only)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</a:rPr>
              <a:t>• Roadmap: telephony gateway → voice-finfluencer content checks → district-language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